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Gerado automaticamente pela Plataforma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Entregas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Resumo:</a:t>
            </a:r>
          </a:p>
          <a:p>
            <a:pPr lvl="1"/>
            <a:r>
              <a:t>Refatoração do banco de dados</a:t>
            </a:r>
          </a:p>
          <a:p>
            <a:pPr lvl="1"/>
            <a:r>
              <a:t>Criação da tabela de login</a:t>
            </a:r>
          </a:p>
          <a:p>
            <a:pPr lvl="1"/>
            <a:r>
              <a:t>Correção de bug no carrinho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