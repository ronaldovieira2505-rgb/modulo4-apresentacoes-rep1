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Sprint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Resumo Inteligente gerado via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Principais Entregas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Destaques da iteração:</a:t>
            </a:r>
          </a:p>
          <a:p>
            <a:pPr lvl="1"/>
            <a:r>
              <a:t>Microsserviço base para apresentações implementado</a:t>
            </a:r>
          </a:p>
          <a:p>
            <a:pPr lvl="1"/>
            <a:r>
              <a:t>Corrigido erro de integração na geração de slides</a:t>
            </a:r>
          </a:p>
          <a:p>
            <a:pPr lvl="1"/>
            <a:r>
              <a:t>API Keys movidas para variáveis de ambiente</a:t>
            </a:r>
          </a:p>
          <a:p>
            <a:pPr lvl="1"/>
            <a:r>
              <a:t>Validado primeiro deploy local para testes de geração de arquivos</a:t>
            </a:r>
          </a:p>
          <a:p>
            <a:pPr lvl="1"/>
            <a:r>
              <a:t>Ambiente colaborativo e estrutura do backlog inicial configurados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