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Sprint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Resumo Inteligente gerado via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Entregas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Destaques da iteração:</a:t>
            </a:r>
          </a:p>
          <a:p>
            <a:pPr lvl="1"/>
            <a:r>
              <a:t>Correção de erro no serviço de dados</a:t>
            </a:r>
          </a:p>
          <a:p>
            <a:pPr lvl="1"/>
            <a:r>
              <a:t>Refinamento da interface do usuário</a:t>
            </a:r>
          </a:p>
          <a:p>
            <a:pPr lvl="1"/>
            <a:r>
              <a:t>Integração do serviço de e-mail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